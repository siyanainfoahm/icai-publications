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Functioning portal at localhost:3000 — not a UI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implemented routes and database-backed CMS.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route table in ICAI_DEMO_PPT_CONTENT.md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04-catalogue-full.png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05-login-tabs.png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06b-flipbook-reader.png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07b-upload-form-top.png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08-publication-type-dropdown.png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09-advanced-search.png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10b-admin-publications-list.png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11-journal-card.png + 11b-handbook-card.png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architecture diagram 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slide for steering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— Siyana Info Solutions Pvt. Ltd.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1F3A"/>
                </a:solidFill>
              </a:rPr>
              <a:t>ICAI Publication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B1F3A"/>
                </a:solidFill>
              </a:rPr>
              <a:t>Public Catalogue, Secure Authentication, Flipbook Reader, and Admin CMS</a:t>
            </a:r>
          </a:p>
          <a:p/>
          <a:p>
            <a:r>
              <a:rPr>
                <a:solidFill>
                  <a:srgbClr val="0B1F3A"/>
                </a:solidFill>
              </a:rPr>
              <a:t>Prepared by Siyana Info Solutions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Demo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Working digital publication portal (catalogue, reader, CMS)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Public metadata discovery; full content after sign-in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OTP + member + admin authentication paths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Session-based flipbook / article reader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Admin CMS: upload, publish, hide, archive,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Actual Web App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Public: / → catalogue → /publications/{slug} → /login → /flipbook or /reader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Admin: /login (Admin) → /admin → upload → Publish/Hide/Archive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16 App Router pages including search, flipbook, reader, CMS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Public Publication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Route: / — ICAI Publications Catalogue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Filters: Committee, Topic, Publication type, Release dates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Sections: Featured publications, Latest releases, All publications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Cards: cover, badges, synopsis, Released date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Actions: View publication (signed in) or Login to read (guest)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Authentication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Route: /login — tabs: Non-member (OTP), ICAI Member, Administrator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Guest: browse metadata only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Authenticated (admin/member/non_member): flipbook + article reader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First-time OTP users enter full name before access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Member login SSP-ready for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Secure Flipbook / PDF Reader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Route: /flipbook/{slug} — eBook reader — session access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UI: Close reader, Contents, Prev/Next, zoom, in-issue Search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Detail page buttons: Flipbook and Article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Print &amp; download disabled in demo reader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Access events logged to icai_publication_access_logs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Admin CMS — Publication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Route: /admin/publications/new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Sections: Publication type, PDF document, Article content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Catalogue metadata, Cover &amp; summary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Distribution &amp; access, Publishing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Submit: Save publication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Publication Type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PDF Publication — journals, handbooks, guides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Web Page / Article — web posts and circulars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PDF + Article — PDF issue plus article/summary HTML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Conditional form: PDF upload / article textarea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Metadata &amp; Search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Fields: Title, Slug, Committee, Topic, Keywords/Tags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Cover image, Release date, Synopsis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Advanced search: /search with filters and suggestions API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Committee/topic filters on catalogue home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Distribution, Visibility &amp; Publishing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Featured: No / Yes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Download: Disabled / Controlled Download / Admin Only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Visibility: Public Metadata Only / Authenticated Reader Only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Status: Draft / Published / Hidden / Archived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Admin actions: Edit, Publish, Hide, Archive, PDF, Delete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Demo Publications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CA Journal May 2026 — pdf_article, Board of Studies, flipbook 8 pages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Handbook Audit &amp; Assurance 2026 — pdf_article, AASB, flipbook 5 pages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GST Compendium Q1 2026 — additional demo title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Published items visible on public catalogue after sign-in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Technical Architecture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Next.js 16 / React 19 frontend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Custom auth (OTP, member, admin sessions)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Supabase PostgreSQL + Storage (photomedia)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Power Automate / console OTP for demo email only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Production: ICAI email kit, Graph, or SMTP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Production Readiness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ICAI SSP SSO integration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Production email gateway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Full PDF indexing and flipbook binding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Security hardening and audit log enhancement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ICAI hosting policy, RBAC, UAT,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B1F3A"/>
                </a:solidFill>
              </a:rPr>
              <a:t>Working Demo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Public discovery ready — filterable catalogue and search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Secured reader flow demonstrated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CMS publication management implemented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Flexible authentication architecture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Ready for ICAI integration and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